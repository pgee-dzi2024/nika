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12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-58" y="-7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1" d="100"/>
          <a:sy n="61" d="100"/>
        </p:scale>
        <p:origin x="-806" y="-77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горния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Контейнер за 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A9D15A-13F1-49D4-9816-553D0B4241CE}" type="datetimeFigureOut">
              <a:rPr lang="bg-BG" smtClean="0"/>
              <a:t>21/10/2025</a:t>
            </a:fld>
            <a:endParaRPr lang="bg-BG"/>
          </a:p>
        </p:txBody>
      </p:sp>
      <p:sp>
        <p:nvSpPr>
          <p:cNvPr id="4" name="Контейнер за долния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744D4-2415-49E8-9F12-61B849CDA69B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57399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22274" y="390379"/>
            <a:ext cx="973409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dirty="0"/>
          </a:p>
          <a:p>
            <a:pPr algn="ctr">
              <a:defRPr sz="4000" b="1">
                <a:solidFill>
                  <a:srgbClr val="003B73"/>
                </a:solidFill>
              </a:defRPr>
            </a:pPr>
            <a:r>
              <a:rPr dirty="0"/>
              <a:t>НИКА – </a:t>
            </a:r>
            <a:r>
              <a:rPr dirty="0" err="1"/>
              <a:t>Интелигентна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видеоанализ</a:t>
            </a:r>
            <a:r>
              <a:rPr dirty="0"/>
              <a:t> в </a:t>
            </a:r>
            <a:r>
              <a:rPr dirty="0" err="1"/>
              <a:t>реално</a:t>
            </a:r>
            <a:r>
              <a:rPr dirty="0"/>
              <a:t> </a:t>
            </a:r>
            <a:r>
              <a:rPr dirty="0" err="1"/>
              <a:t>време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C065FF"/>
                </a:solidFill>
              </a:defRPr>
            </a:pP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ПГЕЕ – </a:t>
            </a:r>
            <a:r>
              <a:rPr dirty="0" err="1"/>
              <a:t>гр</a:t>
            </a:r>
            <a:r>
              <a:rPr dirty="0"/>
              <a:t>. </a:t>
            </a:r>
            <a:r>
              <a:rPr dirty="0" err="1"/>
              <a:t>Банско</a:t>
            </a:r>
            <a:r>
              <a:rPr dirty="0"/>
              <a:t/>
            </a:r>
            <a:br>
              <a:rPr dirty="0"/>
            </a:br>
            <a:r>
              <a:rPr dirty="0" err="1"/>
              <a:t>Ръководител</a:t>
            </a:r>
            <a:r>
              <a:rPr dirty="0"/>
              <a:t>: </a:t>
            </a:r>
            <a:r>
              <a:rPr dirty="0" err="1"/>
              <a:t>инж</a:t>
            </a:r>
            <a:r>
              <a:rPr dirty="0"/>
              <a:t>. </a:t>
            </a:r>
            <a:r>
              <a:rPr dirty="0" err="1"/>
              <a:t>Георги</a:t>
            </a:r>
            <a:r>
              <a:rPr dirty="0"/>
              <a:t> Бориков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3B73"/>
                </a:solidFill>
              </a:defRPr>
            </a:pPr>
            <a:r>
              <a:t>Какъв проблем решаваме?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C065FF"/>
                </a:solidFill>
              </a:defRPr>
            </a:pPr>
            <a:r>
              <a:rPr dirty="0" err="1"/>
              <a:t>Решаваме</a:t>
            </a:r>
            <a:r>
              <a:rPr dirty="0"/>
              <a:t> </a:t>
            </a:r>
            <a:r>
              <a:rPr dirty="0" err="1"/>
              <a:t>предизвикателството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автоматично</a:t>
            </a:r>
            <a:r>
              <a:rPr dirty="0"/>
              <a:t> </a:t>
            </a:r>
            <a:r>
              <a:rPr dirty="0" err="1"/>
              <a:t>разпознаване</a:t>
            </a:r>
            <a:r>
              <a:rPr dirty="0"/>
              <a:t> и </a:t>
            </a:r>
            <a:r>
              <a:rPr dirty="0" err="1"/>
              <a:t>анализ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 smtClean="0"/>
              <a:t>видеопотоци</a:t>
            </a:r>
            <a:r>
              <a:rPr dirty="0" smtClean="0"/>
              <a:t> </a:t>
            </a:r>
            <a:r>
              <a:rPr dirty="0"/>
              <a:t>в </a:t>
            </a:r>
            <a:r>
              <a:rPr dirty="0" err="1"/>
              <a:t>реално</a:t>
            </a:r>
            <a:r>
              <a:rPr dirty="0"/>
              <a:t> </a:t>
            </a:r>
            <a:r>
              <a:rPr dirty="0" err="1"/>
              <a:t>време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3B73"/>
                </a:solidFill>
              </a:defRPr>
            </a:pPr>
            <a:r>
              <a:t>Технологична 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065FF"/>
                </a:solidFill>
              </a:defRPr>
            </a:pPr>
            <a:r>
              <a:t>Видео вход → AI YOLO модел → Django backend → Vue.js интерфейс.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3B73"/>
                </a:solidFill>
              </a:defRPr>
            </a:pPr>
            <a:r>
              <a:t>AI модул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065FF"/>
                </a:solidFill>
              </a:defRPr>
            </a:pPr>
            <a:r>
              <a:t>YOLO и OpenCV за откриване на обекти и оценка на действия.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3B73"/>
                </a:solidFill>
              </a:defRPr>
            </a:pPr>
            <a:r>
              <a:t>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400">
                <a:solidFill>
                  <a:srgbClr val="C065FF"/>
                </a:solidFill>
              </a:defRPr>
            </a:pPr>
            <a:r>
              <a:rPr dirty="0"/>
              <a:t>REST API и </a:t>
            </a:r>
            <a:r>
              <a:rPr dirty="0" err="1"/>
              <a:t>WebSocket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комуникация</a:t>
            </a:r>
            <a:r>
              <a:rPr dirty="0"/>
              <a:t> в </a:t>
            </a:r>
            <a:r>
              <a:rPr dirty="0" err="1"/>
              <a:t>реално</a:t>
            </a:r>
            <a:r>
              <a:rPr dirty="0"/>
              <a:t> </a:t>
            </a:r>
            <a:r>
              <a:rPr dirty="0" err="1"/>
              <a:t>време</a:t>
            </a:r>
            <a:r>
              <a:rPr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3B73"/>
                </a:solidFill>
              </a:defRPr>
            </a:pPr>
            <a: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065FF"/>
                </a:solidFill>
              </a:defRPr>
            </a:pPr>
            <a:r>
              <a:t>Vue.js UI с визуализация на живо видео и статистики.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3B73"/>
                </a:solidFill>
              </a:defRPr>
            </a:pPr>
            <a:r>
              <a:t>Приложения на системата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065FF"/>
                </a:solidFill>
              </a:defRPr>
            </a:pPr>
            <a:r>
              <a:t>Индустриални зони, сигурност, контрол на достъп, спортен анализ.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3B73"/>
                </a:solidFill>
              </a:defRPr>
            </a:pPr>
            <a:r>
              <a:t>Екип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065FF"/>
                </a:solidFill>
              </a:defRPr>
            </a:pPr>
            <a:r>
              <a:t>Инж. Георги Бориков – Ръководител</a:t>
            </a:r>
            <a:br/>
            <a:r>
              <a:t>Ученици: дизайн, интеграция и логика.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3B73"/>
                </a:solidFill>
              </a:defRPr>
            </a:pPr>
            <a:r>
              <a:t>Заключение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065FF"/>
                </a:solidFill>
              </a:defRPr>
            </a:pPr>
            <a:r>
              <a:t>НИКА = Интеграция + Интелект + Иновация.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AEEF"/>
          </a:solidFill>
          <a:ln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4000" b="1">
                <a:solidFill>
                  <a:srgbClr val="003B73"/>
                </a:solidFill>
              </a:defRPr>
            </a:pPr>
            <a:r>
              <a:t>Контакти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5156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400">
                <a:solidFill>
                  <a:srgbClr val="C065FF"/>
                </a:solidFill>
              </a:defRPr>
            </a:pPr>
            <a:r>
              <a:t>E-mail: ggborikov@abv.bg  |  ПГЕЕ – гр. Банско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1000">
                <a:solidFill>
                  <a:srgbClr val="E1F5FE"/>
                </a:solidFill>
              </a:defRPr>
            </a:pPr>
            <a:r>
              <a:t>👉 ПГЕЕ – гр. Банско | Проект НИКА, 2025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тема">
  <a:themeElements>
    <a:clrScheme name="О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О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93</Words>
  <Application>Microsoft Office PowerPoint</Application>
  <PresentationFormat>По избор</PresentationFormat>
  <Paragraphs>60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10</vt:i4>
      </vt:variant>
    </vt:vector>
  </HeadingPairs>
  <TitlesOfParts>
    <vt:vector size="11" baseType="lpstr">
      <vt:lpstr>Office Theme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на PowerPoint</dc:title>
  <dc:subject/>
  <dc:creator/>
  <cp:keywords/>
  <dc:description>generated using python-pptx</dc:description>
  <cp:lastModifiedBy>Потребител на Windows</cp:lastModifiedBy>
  <cp:revision>2</cp:revision>
  <dcterms:created xsi:type="dcterms:W3CDTF">2013-01-27T09:14:16Z</dcterms:created>
  <dcterms:modified xsi:type="dcterms:W3CDTF">2025-10-21T19:03:02Z</dcterms:modified>
  <cp:category/>
</cp:coreProperties>
</file>