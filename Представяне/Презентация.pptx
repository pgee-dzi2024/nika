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14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62263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02544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8397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0607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1728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3874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5438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89791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6836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0152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7110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C0B07-0FC7-4E58-8B17-56F7BBB1B296}" type="datetimeFigureOut">
              <a:rPr lang="bg-BG" smtClean="0"/>
              <a:t>24.10.2025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F0583-5874-46BC-A628-08D6FF05FDD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38940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8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Georgi Borikov</dc:creator>
  <cp:lastModifiedBy>Georgi Borikov</cp:lastModifiedBy>
  <cp:revision>3</cp:revision>
  <dcterms:created xsi:type="dcterms:W3CDTF">2025-10-24T06:28:00Z</dcterms:created>
  <dcterms:modified xsi:type="dcterms:W3CDTF">2025-10-24T08:13:11Z</dcterms:modified>
</cp:coreProperties>
</file>