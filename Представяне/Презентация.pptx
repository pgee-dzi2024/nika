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bg-BG"/>
    </a:defPPr>
    <a:lvl1pPr marL="0" algn="l" defTabSz="68569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  <a:lvl2pPr marL="342848" algn="l" defTabSz="68569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685697" algn="l" defTabSz="68569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028546" algn="l" defTabSz="68569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1371394" algn="l" defTabSz="68569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714243" algn="l" defTabSz="68569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2057091" algn="l" defTabSz="68569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2399940" algn="l" defTabSz="68569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2742789" algn="l" defTabSz="685697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14" autoAdjust="0"/>
  </p:normalViewPr>
  <p:slideViewPr>
    <p:cSldViewPr snapToGrid="0" showGuides="1">
      <p:cViewPr varScale="1">
        <p:scale>
          <a:sx n="105" d="100"/>
          <a:sy n="105" d="100"/>
        </p:scale>
        <p:origin x="-773" y="-77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848" indent="0" algn="ctr">
              <a:buNone/>
              <a:defRPr sz="1500"/>
            </a:lvl2pPr>
            <a:lvl3pPr marL="685697" indent="0" algn="ctr">
              <a:buNone/>
              <a:defRPr sz="1400"/>
            </a:lvl3pPr>
            <a:lvl4pPr marL="1028546" indent="0" algn="ctr">
              <a:buNone/>
              <a:defRPr sz="1200"/>
            </a:lvl4pPr>
            <a:lvl5pPr marL="1371394" indent="0" algn="ctr">
              <a:buNone/>
              <a:defRPr sz="1200"/>
            </a:lvl5pPr>
            <a:lvl6pPr marL="1714243" indent="0" algn="ctr">
              <a:buNone/>
              <a:defRPr sz="1200"/>
            </a:lvl6pPr>
            <a:lvl7pPr marL="2057091" indent="0" algn="ctr">
              <a:buNone/>
              <a:defRPr sz="1200"/>
            </a:lvl7pPr>
            <a:lvl8pPr marL="2399940" indent="0" algn="ctr">
              <a:buNone/>
              <a:defRPr sz="1200"/>
            </a:lvl8pPr>
            <a:lvl9pPr marL="2742789" indent="0" algn="ctr">
              <a:buNone/>
              <a:defRPr sz="1200"/>
            </a:lvl9pPr>
          </a:lstStyle>
          <a:p>
            <a:r>
              <a:rPr lang="en-US" smtClean="0"/>
              <a:t>Click to edit Master subtitle style</a:t>
            </a:r>
            <a:endParaRPr lang="bg-B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B07-0FC7-4E58-8B17-56F7BBB1B296}" type="datetimeFigureOut">
              <a:rPr lang="bg-BG" smtClean="0"/>
              <a:t>26/10/2025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F0583-5874-46BC-A628-08D6FF05FDD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622635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B07-0FC7-4E58-8B17-56F7BBB1B296}" type="datetimeFigureOut">
              <a:rPr lang="bg-BG" smtClean="0"/>
              <a:t>26/10/2025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F0583-5874-46BC-A628-08D6FF05FDD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02544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6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9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848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69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028546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394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243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091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3999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2789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B07-0FC7-4E58-8B17-56F7BBB1B296}" type="datetimeFigureOut">
              <a:rPr lang="bg-BG" smtClean="0"/>
              <a:t>26/10/2025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F0583-5874-46BC-A628-08D6FF05FDD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83976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1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B07-0FC7-4E58-8B17-56F7BBB1B296}" type="datetimeFigureOut">
              <a:rPr lang="bg-BG" smtClean="0"/>
              <a:t>26/10/2025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F0583-5874-46BC-A628-08D6FF05FDD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806070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2" y="273847"/>
            <a:ext cx="7886700" cy="99417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48" indent="0">
              <a:buNone/>
              <a:defRPr sz="1500" b="1"/>
            </a:lvl2pPr>
            <a:lvl3pPr marL="685697" indent="0">
              <a:buNone/>
              <a:defRPr sz="1400" b="1"/>
            </a:lvl3pPr>
            <a:lvl4pPr marL="1028546" indent="0">
              <a:buNone/>
              <a:defRPr sz="1200" b="1"/>
            </a:lvl4pPr>
            <a:lvl5pPr marL="1371394" indent="0">
              <a:buNone/>
              <a:defRPr sz="1200" b="1"/>
            </a:lvl5pPr>
            <a:lvl6pPr marL="1714243" indent="0">
              <a:buNone/>
              <a:defRPr sz="1200" b="1"/>
            </a:lvl6pPr>
            <a:lvl7pPr marL="2057091" indent="0">
              <a:buNone/>
              <a:defRPr sz="1200" b="1"/>
            </a:lvl7pPr>
            <a:lvl8pPr marL="2399940" indent="0">
              <a:buNone/>
              <a:defRPr sz="1200" b="1"/>
            </a:lvl8pPr>
            <a:lvl9pPr marL="2742789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2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848" indent="0">
              <a:buNone/>
              <a:defRPr sz="1500" b="1"/>
            </a:lvl2pPr>
            <a:lvl3pPr marL="685697" indent="0">
              <a:buNone/>
              <a:defRPr sz="1400" b="1"/>
            </a:lvl3pPr>
            <a:lvl4pPr marL="1028546" indent="0">
              <a:buNone/>
              <a:defRPr sz="1200" b="1"/>
            </a:lvl4pPr>
            <a:lvl5pPr marL="1371394" indent="0">
              <a:buNone/>
              <a:defRPr sz="1200" b="1"/>
            </a:lvl5pPr>
            <a:lvl6pPr marL="1714243" indent="0">
              <a:buNone/>
              <a:defRPr sz="1200" b="1"/>
            </a:lvl6pPr>
            <a:lvl7pPr marL="2057091" indent="0">
              <a:buNone/>
              <a:defRPr sz="1200" b="1"/>
            </a:lvl7pPr>
            <a:lvl8pPr marL="2399940" indent="0">
              <a:buNone/>
              <a:defRPr sz="1200" b="1"/>
            </a:lvl8pPr>
            <a:lvl9pPr marL="2742789" indent="0">
              <a:buNone/>
              <a:defRPr sz="12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2" y="1878806"/>
            <a:ext cx="3887391" cy="2763441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B07-0FC7-4E58-8B17-56F7BBB1B296}" type="datetimeFigureOut">
              <a:rPr lang="bg-BG" smtClean="0"/>
              <a:t>26/10/2025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F0583-5874-46BC-A628-08D6FF05FDD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172896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B07-0FC7-4E58-8B17-56F7BBB1B296}" type="datetimeFigureOut">
              <a:rPr lang="bg-BG" smtClean="0"/>
              <a:t>26/10/2025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F0583-5874-46BC-A628-08D6FF05FDD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387480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B07-0FC7-4E58-8B17-56F7BBB1B296}" type="datetimeFigureOut">
              <a:rPr lang="bg-BG" smtClean="0"/>
              <a:t>26/10/2025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F0583-5874-46BC-A628-08D6FF05FDD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854387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71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1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848" indent="0">
              <a:buNone/>
              <a:defRPr sz="1100"/>
            </a:lvl2pPr>
            <a:lvl3pPr marL="685697" indent="0">
              <a:buNone/>
              <a:defRPr sz="900"/>
            </a:lvl3pPr>
            <a:lvl4pPr marL="1028546" indent="0">
              <a:buNone/>
              <a:defRPr sz="800"/>
            </a:lvl4pPr>
            <a:lvl5pPr marL="1371394" indent="0">
              <a:buNone/>
              <a:defRPr sz="800"/>
            </a:lvl5pPr>
            <a:lvl6pPr marL="1714243" indent="0">
              <a:buNone/>
              <a:defRPr sz="800"/>
            </a:lvl6pPr>
            <a:lvl7pPr marL="2057091" indent="0">
              <a:buNone/>
              <a:defRPr sz="800"/>
            </a:lvl7pPr>
            <a:lvl8pPr marL="2399940" indent="0">
              <a:buNone/>
              <a:defRPr sz="800"/>
            </a:lvl8pPr>
            <a:lvl9pPr marL="2742789" indent="0">
              <a:buNone/>
              <a:defRPr sz="8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B07-0FC7-4E58-8B17-56F7BBB1B296}" type="datetimeFigureOut">
              <a:rPr lang="bg-BG" smtClean="0"/>
              <a:t>26/10/2025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F0583-5874-46BC-A628-08D6FF05FDD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1897916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887391" y="740571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848" indent="0">
              <a:buNone/>
              <a:defRPr sz="2100"/>
            </a:lvl2pPr>
            <a:lvl3pPr marL="685697" indent="0">
              <a:buNone/>
              <a:defRPr sz="1800"/>
            </a:lvl3pPr>
            <a:lvl4pPr marL="1028546" indent="0">
              <a:buNone/>
              <a:defRPr sz="1500"/>
            </a:lvl4pPr>
            <a:lvl5pPr marL="1371394" indent="0">
              <a:buNone/>
              <a:defRPr sz="1500"/>
            </a:lvl5pPr>
            <a:lvl6pPr marL="1714243" indent="0">
              <a:buNone/>
              <a:defRPr sz="1500"/>
            </a:lvl6pPr>
            <a:lvl7pPr marL="2057091" indent="0">
              <a:buNone/>
              <a:defRPr sz="1500"/>
            </a:lvl7pPr>
            <a:lvl8pPr marL="2399940" indent="0">
              <a:buNone/>
              <a:defRPr sz="1500"/>
            </a:lvl8pPr>
            <a:lvl9pPr marL="2742789" indent="0">
              <a:buNone/>
              <a:defRPr sz="1500"/>
            </a:lvl9pPr>
          </a:lstStyle>
          <a:p>
            <a:endParaRPr lang="bg-BG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1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848" indent="0">
              <a:buNone/>
              <a:defRPr sz="1100"/>
            </a:lvl2pPr>
            <a:lvl3pPr marL="685697" indent="0">
              <a:buNone/>
              <a:defRPr sz="900"/>
            </a:lvl3pPr>
            <a:lvl4pPr marL="1028546" indent="0">
              <a:buNone/>
              <a:defRPr sz="800"/>
            </a:lvl4pPr>
            <a:lvl5pPr marL="1371394" indent="0">
              <a:buNone/>
              <a:defRPr sz="800"/>
            </a:lvl5pPr>
            <a:lvl6pPr marL="1714243" indent="0">
              <a:buNone/>
              <a:defRPr sz="800"/>
            </a:lvl6pPr>
            <a:lvl7pPr marL="2057091" indent="0">
              <a:buNone/>
              <a:defRPr sz="800"/>
            </a:lvl7pPr>
            <a:lvl8pPr marL="2399940" indent="0">
              <a:buNone/>
              <a:defRPr sz="800"/>
            </a:lvl8pPr>
            <a:lvl9pPr marL="2742789" indent="0">
              <a:buNone/>
              <a:defRPr sz="8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B07-0FC7-4E58-8B17-56F7BBB1B296}" type="datetimeFigureOut">
              <a:rPr lang="bg-BG" smtClean="0"/>
              <a:t>26/10/2025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F0583-5874-46BC-A628-08D6FF05FDD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683611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B07-0FC7-4E58-8B17-56F7BBB1B296}" type="datetimeFigureOut">
              <a:rPr lang="bg-BG" smtClean="0"/>
              <a:t>26/10/2025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F0583-5874-46BC-A628-08D6FF05FDD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015200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273844"/>
            <a:ext cx="1971675" cy="435887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2" y="273844"/>
            <a:ext cx="5800725" cy="4358879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2C0B07-0FC7-4E58-8B17-56F7BBB1B296}" type="datetimeFigureOut">
              <a:rPr lang="bg-BG" smtClean="0"/>
              <a:t>26/10/2025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BF0583-5874-46BC-A628-08D6FF05FDD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711050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7"/>
            <a:ext cx="7886700" cy="994172"/>
          </a:xfrm>
          <a:prstGeom prst="rect">
            <a:avLst/>
          </a:prstGeom>
        </p:spPr>
        <p:txBody>
          <a:bodyPr vert="horz" lIns="68570" tIns="34285" rIns="68570" bIns="34285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68570" tIns="34285" rIns="68570" bIns="34285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5"/>
            <a:ext cx="2057400" cy="273844"/>
          </a:xfrm>
          <a:prstGeom prst="rect">
            <a:avLst/>
          </a:prstGeom>
        </p:spPr>
        <p:txBody>
          <a:bodyPr vert="horz" lIns="68570" tIns="34285" rIns="68570" bIns="34285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2C0B07-0FC7-4E58-8B17-56F7BBB1B296}" type="datetimeFigureOut">
              <a:rPr lang="bg-BG" smtClean="0"/>
              <a:t>26/10/2025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5"/>
            <a:ext cx="3086100" cy="273844"/>
          </a:xfrm>
          <a:prstGeom prst="rect">
            <a:avLst/>
          </a:prstGeom>
        </p:spPr>
        <p:txBody>
          <a:bodyPr vert="horz" lIns="68570" tIns="34285" rIns="68570" bIns="34285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5"/>
            <a:ext cx="2057400" cy="273844"/>
          </a:xfrm>
          <a:prstGeom prst="rect">
            <a:avLst/>
          </a:prstGeom>
        </p:spPr>
        <p:txBody>
          <a:bodyPr vert="horz" lIns="68570" tIns="34285" rIns="68570" bIns="34285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BF0583-5874-46BC-A628-08D6FF05FDD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8389403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697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25" indent="-171425" algn="l" defTabSz="685697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273" indent="-171425" algn="l" defTabSz="685697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122" indent="-171425" algn="l" defTabSz="685697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99970" indent="-171425" algn="l" defTabSz="685697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542818" indent="-171425" algn="l" defTabSz="685697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667" indent="-171425" algn="l" defTabSz="685697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516" indent="-171425" algn="l" defTabSz="685697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364" indent="-171425" algn="l" defTabSz="685697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213" indent="-171425" algn="l" defTabSz="685697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bg-BG"/>
      </a:defPPr>
      <a:lvl1pPr marL="0" algn="l" defTabSz="68569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342848" algn="l" defTabSz="68569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697" algn="l" defTabSz="68569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546" algn="l" defTabSz="68569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394" algn="l" defTabSz="68569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243" algn="l" defTabSz="68569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091" algn="l" defTabSz="68569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399940" algn="l" defTabSz="68569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742789" algn="l" defTabSz="685697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bg-BG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6991829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</TotalTime>
  <Words>0</Words>
  <Application>Microsoft Office PowerPoint</Application>
  <PresentationFormat>Презентация на цял екран (16:9)</PresentationFormat>
  <Paragraphs>0</Paragraphs>
  <Slides>1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1</vt:i4>
      </vt:variant>
    </vt:vector>
  </HeadingPairs>
  <TitlesOfParts>
    <vt:vector size="2" baseType="lpstr">
      <vt:lpstr>Office Theme</vt:lpstr>
      <vt:lpstr>Презентация на PowerPoint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Georgi Borikov</dc:creator>
  <cp:lastModifiedBy>Потребител на Windows</cp:lastModifiedBy>
  <cp:revision>4</cp:revision>
  <dcterms:created xsi:type="dcterms:W3CDTF">2025-10-24T06:28:00Z</dcterms:created>
  <dcterms:modified xsi:type="dcterms:W3CDTF">2025-10-26T07:59:09Z</dcterms:modified>
</cp:coreProperties>
</file>